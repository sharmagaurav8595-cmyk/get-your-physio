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7E4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28816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GETYOURPHYSIO.IN  •  HYROX PARTNERSHIP PROPOSAL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469880" y="65288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6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6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-1051560"/>
            <a:ext cx="4480560" cy="4480560"/>
          </a:xfrm>
          <a:prstGeom prst="ellipse">
            <a:avLst/>
          </a:prstGeom>
          <a:solidFill>
            <a:srgbClr val="DFF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4736592"/>
            <a:ext cx="2834640" cy="2834640"/>
          </a:xfrm>
          <a:prstGeom prst="ellipse">
            <a:avLst/>
          </a:prstGeom>
          <a:solidFill>
            <a:srgbClr val="E5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658368"/>
            <a:ext cx="2240280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0B2844">
                <a:alpha val="14000"/>
              </a:srgbClr>
            </a:outerShdw>
          </a:effectLst>
        </p:spPr>
      </p:sp>
      <p:pic>
        <p:nvPicPr>
          <p:cNvPr id="6" name="Image 0" descr="C:\Users\Gaurav\Desktop\Gaurav\tutorials\React\GMP\src\assets\logoNew2.jpg">    </p:cNvPr>
          <p:cNvPicPr>
            <a:picLocks noChangeAspect="1"/>
          </p:cNvPicPr>
          <p:nvPr/>
        </p:nvPicPr>
        <p:blipFill>
          <a:blip r:embed="rId1"/>
          <a:srcRect l="7097" r="7416" t="12440" b="20574"/>
          <a:stretch/>
        </p:blipFill>
        <p:spPr>
          <a:xfrm>
            <a:off x="9189720" y="731520"/>
            <a:ext cx="1664208" cy="13040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694944"/>
            <a:ext cx="2267712" cy="310896"/>
          </a:xfrm>
          <a:prstGeom prst="roundRect">
            <a:avLst>
              <a:gd name="adj" fmla="val 20588"/>
            </a:avLst>
          </a:prstGeom>
          <a:solidFill>
            <a:srgbClr val="12A59A"/>
          </a:solidFill>
          <a:ln w="12700">
            <a:solidFill>
              <a:srgbClr val="12A5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713232"/>
            <a:ext cx="2084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PARTNER PROPOSAL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8368" y="1271016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 Recovery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 Proposal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676656" y="2724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76656" y="3017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HYROX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76656" y="3557016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 Dr. Kandarp Sharma (PT)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Sports Physiotherapist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6656" y="4498848"/>
            <a:ext cx="1920240" cy="0"/>
          </a:xfrm>
          <a:prstGeom prst="line">
            <a:avLst/>
          </a:prstGeom>
          <a:noFill/>
          <a:ln w="38100">
            <a:solidFill>
              <a:srgbClr val="12A5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4700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HEALING AT YOUR DOORSTEP</a:t>
            </a:r>
            <a:endParaRPr lang="en-US" sz="900" dirty="0"/>
          </a:p>
        </p:txBody>
      </p:sp>
      <p:pic>
        <p:nvPicPr>
          <p:cNvPr id="15" name="Image 1" descr="C:\Users\Gaurav\Desktop\Gaurav\tutorials\React\GMP\src\assets\generated\event-race-injury-assessment.png">    </p:cNvPr>
          <p:cNvPicPr>
            <a:picLocks noChangeAspect="1"/>
          </p:cNvPicPr>
          <p:nvPr/>
        </p:nvPicPr>
        <p:blipFill>
          <a:blip r:embed="rId2"/>
          <a:srcRect l="9984" r="9984" t="0" b="0"/>
          <a:stretch/>
        </p:blipFill>
        <p:spPr>
          <a:xfrm>
            <a:off x="5971032" y="2395728"/>
            <a:ext cx="5669280" cy="398678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19088" y="5623560"/>
            <a:ext cx="4773168" cy="475488"/>
          </a:xfrm>
          <a:prstGeom prst="roundRect">
            <a:avLst>
              <a:gd name="adj" fmla="val 9615"/>
            </a:avLst>
          </a:prstGeom>
          <a:solidFill>
            <a:srgbClr val="061B3A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56832" y="5715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PRE-EVENT PREPARATION • RACE-DAY RECOVERY • REHABILITATION</a:t>
            </a:r>
            <a:endParaRPr lang="en-US" sz="840" dirty="0"/>
          </a:p>
        </p:txBody>
      </p:sp>
      <p:sp>
        <p:nvSpPr>
          <p:cNvPr id="18" name="Text 14"/>
          <p:cNvSpPr/>
          <p:nvPr/>
        </p:nvSpPr>
        <p:spPr>
          <a:xfrm>
            <a:off x="676656" y="62727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GetYourPhysio.in  •  Gurugram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GETYOURPHYSIO.IN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than physiotherapy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0759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professionally managed recovery ecosystem built for athletes, events and sustained performance.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56235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221992"/>
            <a:ext cx="5010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GetYourPhysio.in is building a reliable, professionally managed recovery ecosystem for athletes—from pre-event preparation and on-ground recovery to post-event rehabilitation and performance support.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3328416"/>
            <a:ext cx="5010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actively expanding our network of qualified sports physiotherapists across India to deliver consistent clinical standards, coordinated operations, and a high-quality athlete experience at scale.</a:t>
            </a:r>
            <a:endParaRPr lang="en-US" sz="1200" dirty="0"/>
          </a:p>
        </p:txBody>
      </p:sp>
      <p:pic>
        <p:nvPicPr>
          <p:cNvPr id="8" name="Image 0" descr="C:\Users\Gaurav\Desktop\Gaurav\tutorials\React\GMP\src\assets\generated\hyrox-recovery-ecosystem.png">    </p:cNvPr>
          <p:cNvPicPr>
            <a:picLocks noChangeAspect="1"/>
          </p:cNvPicPr>
          <p:nvPr/>
        </p:nvPicPr>
        <p:blipFill>
          <a:blip r:embed="rId1"/>
          <a:srcRect l="0" r="0" t="8942" b="8942"/>
          <a:stretch/>
        </p:blipFill>
        <p:spPr>
          <a:xfrm>
            <a:off x="859536" y="4315968"/>
            <a:ext cx="5010912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47088" y="5175504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061B3A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56816" y="5202936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ATHLETE-FIRST • EVIDENCE-BASED • EVENT-READY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56832" y="1956816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EXPERTISE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656832" y="2359152"/>
            <a:ext cx="49194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56832" y="2359152"/>
            <a:ext cx="82296" cy="566928"/>
          </a:xfrm>
          <a:prstGeom prst="rect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31152" y="2432304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Sports Injury Rehabilitation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656832" y="3072384"/>
            <a:ext cx="49194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56832" y="3072384"/>
            <a:ext cx="82296" cy="566928"/>
          </a:xfrm>
          <a:prstGeom prst="rect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31152" y="3145536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Orthopedic Physiotherapy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656832" y="3785616"/>
            <a:ext cx="49194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56832" y="3785616"/>
            <a:ext cx="82296" cy="566928"/>
          </a:xfrm>
          <a:prstGeom prst="rect">
            <a:avLst/>
          </a:prstGeom>
          <a:solidFill>
            <a:srgbClr val="F2A3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31152" y="3858768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Athlete Recovery &amp; Performance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6656832" y="4498848"/>
            <a:ext cx="49194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56832" y="4498848"/>
            <a:ext cx="82296" cy="566928"/>
          </a:xfrm>
          <a:prstGeom prst="rect">
            <a:avLst/>
          </a:prstGeom>
          <a:solidFill>
            <a:srgbClr val="0B2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31152" y="4572000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Medical &amp; Recovery Support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656832" y="5212080"/>
            <a:ext cx="491947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56832" y="5212080"/>
            <a:ext cx="82296" cy="566928"/>
          </a:xfrm>
          <a:prstGeom prst="rect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31152" y="528523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Post-event Rehabilitation Continuity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6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SERVICES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Comprehensive recovery support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0759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physiotherapy before, during and after competition—supporting readiness, safe recovery and confident performance.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35478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48840"/>
            <a:ext cx="438912" cy="438912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4884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208483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Pre-race taping and injury prevention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89120" y="1993392"/>
            <a:ext cx="35478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48840"/>
            <a:ext cx="438912" cy="438912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4884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5504" y="208483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On-site injury assessment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66928" y="2935224"/>
            <a:ext cx="35478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090672"/>
            <a:ext cx="438912" cy="438912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09067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53312" y="3026664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Muscle cramp management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389120" y="2935224"/>
            <a:ext cx="35478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090672"/>
            <a:ext cx="438912" cy="438912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09067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75504" y="3026664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Sports massage and soft tissue release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66928" y="3877056"/>
            <a:ext cx="35478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032504"/>
            <a:ext cx="438912" cy="438912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03250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53312" y="3968496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therapy and joint mobilization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89120" y="3877056"/>
            <a:ext cx="35478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032504"/>
            <a:ext cx="438912" cy="438912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03250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75504" y="3968496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stretching and mobility work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66928" y="4818888"/>
            <a:ext cx="35478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4974336"/>
            <a:ext cx="438912" cy="438912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97433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53312" y="491032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Dry needling—when clinically appropriate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389120" y="4818888"/>
            <a:ext cx="35478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974336"/>
            <a:ext cx="438912" cy="438912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97433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75504" y="491032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Post-race recovery guidance and rehabilitation advice</a:t>
            </a:r>
            <a:endParaRPr lang="en-US" sz="1080" dirty="0"/>
          </a:p>
        </p:txBody>
      </p:sp>
      <p:pic>
        <p:nvPicPr>
          <p:cNvPr id="37" name="Image 0" descr="C:\Users\Gaurav\Desktop\Gaurav\tutorials\React\GMP\src\assets\generated\event-race-injury-assessment.png">    </p:cNvPr>
          <p:cNvPicPr>
            <a:picLocks noChangeAspect="1"/>
          </p:cNvPicPr>
          <p:nvPr/>
        </p:nvPicPr>
        <p:blipFill>
          <a:blip r:embed="rId1"/>
          <a:srcRect l="28685" r="28685" t="0" b="0"/>
          <a:stretch/>
        </p:blipFill>
        <p:spPr>
          <a:xfrm>
            <a:off x="8385048" y="1993392"/>
            <a:ext cx="3255264" cy="429768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8668512" y="5285232"/>
            <a:ext cx="2688336" cy="694944"/>
          </a:xfrm>
          <a:prstGeom prst="roundRect">
            <a:avLst>
              <a:gd name="adj" fmla="val 6579"/>
            </a:avLst>
          </a:prstGeom>
          <a:solidFill>
            <a:srgbClr val="061B3A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869680" y="53949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AT THE POINT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NEED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6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HYROX RECOVERY ZONE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race-day intensity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0759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efficient athlete flow, rapid clinical assessment and consistent care at every touchpoint.</a:t>
            </a:r>
            <a:endParaRPr lang="en-US" sz="1240" dirty="0"/>
          </a:p>
        </p:txBody>
      </p:sp>
      <p:pic>
        <p:nvPicPr>
          <p:cNvPr id="5" name="Image 0" descr="C:\Users\Gaurav\Desktop\Gaurav\tutorials\React\GMP\src\assets\generated\event-recovery-zone-team.png">    </p:cNvPr>
          <p:cNvPicPr>
            <a:picLocks noChangeAspect="1"/>
          </p:cNvPicPr>
          <p:nvPr/>
        </p:nvPicPr>
        <p:blipFill>
          <a:blip r:embed="rId1"/>
          <a:srcRect l="9584" r="9584" t="0" b="0"/>
          <a:stretch/>
        </p:blipFill>
        <p:spPr>
          <a:xfrm>
            <a:off x="566928" y="1938528"/>
            <a:ext cx="5870448" cy="4087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36192" y="541324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061B3A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544068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EVENT-DAY RECOVERY ZONE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793992" y="1938528"/>
            <a:ext cx="4846320" cy="3310128"/>
          </a:xfrm>
          <a:prstGeom prst="roundRect">
            <a:avLst>
              <a:gd name="adj" fmla="val 1934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95744" y="2221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INCLUDES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095744" y="2752344"/>
            <a:ext cx="201168" cy="201168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95744" y="274868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06640" y="265176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 tables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9336024" y="2752344"/>
            <a:ext cx="201168" cy="201168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36024" y="274868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646920" y="2651760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beds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7095744" y="3319272"/>
            <a:ext cx="201168" cy="201168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95744" y="331561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406640" y="321868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Sports taping station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9336024" y="3319272"/>
            <a:ext cx="201168" cy="201168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36024" y="331561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646920" y="3218688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Ice therapy station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7095744" y="3886200"/>
            <a:ext cx="201168" cy="201168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95744" y="388254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406640" y="3785616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therapy area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9336024" y="3886200"/>
            <a:ext cx="201168" cy="201168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36024" y="388254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646920" y="3785616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Athlete waiting &amp; assessment area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7095744" y="4453128"/>
            <a:ext cx="201168" cy="201168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95744" y="444947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406640" y="4352544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equipment &amp; consumables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793992" y="5458968"/>
            <a:ext cx="4846320" cy="566928"/>
          </a:xfrm>
          <a:prstGeom prst="roundRect">
            <a:avLst>
              <a:gd name="adj" fmla="val 11290"/>
            </a:avLst>
          </a:prstGeom>
          <a:solidFill>
            <a:srgbClr val="061B3A"/>
          </a:solidFill>
          <a:ln w="10160">
            <a:solidFill>
              <a:srgbClr val="061B3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22592" y="55778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CUSTOMISED TO PARTICIPANT NUMBERS &amp; EVENT REQUIREMENTS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6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NATIONAL DELIVERY CAPABILITY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trained, scalable physiotherapy network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0759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central clinical and operational model supported by qualified sports physiotherapists across India.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3959352" y="1938528"/>
            <a:ext cx="4270248" cy="841248"/>
          </a:xfrm>
          <a:prstGeom prst="roundRect">
            <a:avLst>
              <a:gd name="adj" fmla="val 7609"/>
            </a:avLst>
          </a:prstGeom>
          <a:solidFill>
            <a:srgbClr val="061B3A"/>
          </a:solidFill>
          <a:ln w="10160">
            <a:solidFill>
              <a:srgbClr val="061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24528" y="20756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SPORTS PHYSIOTHERAPIST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24528" y="23591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C7D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lead • escalation • team oversight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099048" y="2779776"/>
            <a:ext cx="0" cy="301752"/>
          </a:xfrm>
          <a:prstGeom prst="line">
            <a:avLst/>
          </a:prstGeom>
          <a:noFill/>
          <a:ln w="25400">
            <a:solidFill>
              <a:srgbClr val="12A5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081528"/>
            <a:ext cx="44805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081528"/>
            <a:ext cx="91440" cy="987552"/>
          </a:xfrm>
          <a:prstGeom prst="rect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32369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spc="5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SPORTS PHYSIOTHERAPISTS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1252728" y="35570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• treatment • athlete guidance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739128" y="3081528"/>
            <a:ext cx="44805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39128" y="3081528"/>
            <a:ext cx="91440" cy="987552"/>
          </a:xfrm>
          <a:prstGeom prst="rect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31736" y="32369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spc="50" kern="0" dirty="0">
                <a:solidFill>
                  <a:srgbClr val="1479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PHYSIOTHERAPY INTERNS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031736" y="35570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support • supervised recovery assistance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60120" y="4343400"/>
            <a:ext cx="44805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343400"/>
            <a:ext cx="91440" cy="987552"/>
          </a:xfrm>
          <a:prstGeom prst="rect">
            <a:avLst/>
          </a:prstGeom>
          <a:solidFill>
            <a:srgbClr val="F2A3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2728" y="44988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spc="50" kern="0" dirty="0">
                <a:solidFill>
                  <a:srgbClr val="F2A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COORDINATOR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252728" y="48188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• organiser liaison • reporting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739128" y="4343400"/>
            <a:ext cx="44805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39128" y="4343400"/>
            <a:ext cx="91440" cy="987552"/>
          </a:xfrm>
          <a:prstGeom prst="rect">
            <a:avLst/>
          </a:prstGeom>
          <a:solidFill>
            <a:srgbClr val="0B2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1736" y="44988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spc="50" kern="0" dirty="0">
                <a:solidFill>
                  <a:srgbClr val="0B2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STAFF &amp; VOLUNTEERS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7031736" y="48188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Check-in • supplies • participant movement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767328" y="5806440"/>
            <a:ext cx="4663440" cy="310896"/>
          </a:xfrm>
          <a:prstGeom prst="roundRect">
            <a:avLst>
              <a:gd name="adj" fmla="val 20588"/>
            </a:avLst>
          </a:prstGeom>
          <a:solidFill>
            <a:srgbClr val="12A59A"/>
          </a:solidFill>
          <a:ln w="12700">
            <a:solidFill>
              <a:srgbClr val="12A5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5824728"/>
            <a:ext cx="4480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SIZE SCALES WITH EVENT SIZE &amp; EXPECTED TURNOUT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6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CAPABILITY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hybrid fitness and endurance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0759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athletes across high-performance, strength, fitness and endurance environments.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4389120" cy="409651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23160"/>
            <a:ext cx="201168" cy="201168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41950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07008" y="2331720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Athlete rehabilitation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896112" y="2962656"/>
            <a:ext cx="201168" cy="201168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95899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07008" y="2871216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Gym collaborations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96112" y="3502152"/>
            <a:ext cx="201168" cy="201168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49849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07008" y="34107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Sports injury management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96112" y="4041648"/>
            <a:ext cx="201168" cy="201168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03799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07008" y="3950208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Marathon and endurance event support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896112" y="4581144"/>
            <a:ext cx="201168" cy="201168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57748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07008" y="4489704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 &amp; conditioning recovery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896112" y="5120640"/>
            <a:ext cx="201168" cy="201168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11698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07008" y="5029200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athlete performance care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896112" y="5532120"/>
            <a:ext cx="3730752" cy="274320"/>
          </a:xfrm>
          <a:prstGeom prst="roundRect">
            <a:avLst>
              <a:gd name="adj" fmla="val 23333"/>
            </a:avLst>
          </a:prstGeom>
          <a:solidFill>
            <a:srgbClr val="DFF6F3"/>
          </a:solidFill>
          <a:ln w="10160">
            <a:solidFill>
              <a:srgbClr val="DFF6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photographs can be incorporated when supplied.</a:t>
            </a:r>
            <a:endParaRPr lang="en-US" sz="820" dirty="0"/>
          </a:p>
        </p:txBody>
      </p:sp>
      <p:pic>
        <p:nvPicPr>
          <p:cNvPr id="26" name="Image 0" descr="C:\Users\Gaurav\Desktop\Gaurav\tutorials\React\GMP\src\assets\generated\event-experience-collaboration.png">    </p:cNvPr>
          <p:cNvPicPr>
            <a:picLocks noChangeAspect="1"/>
          </p:cNvPicPr>
          <p:nvPr/>
        </p:nvPicPr>
        <p:blipFill>
          <a:blip r:embed="rId1"/>
          <a:srcRect l="6283" r="6283" t="0" b="0"/>
          <a:stretch/>
        </p:blipFill>
        <p:spPr>
          <a:xfrm>
            <a:off x="5276088" y="1938528"/>
            <a:ext cx="6364224" cy="4096512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001000" y="5413248"/>
            <a:ext cx="3246120" cy="347472"/>
          </a:xfrm>
          <a:prstGeom prst="roundRect">
            <a:avLst>
              <a:gd name="adj" fmla="val 13158"/>
            </a:avLst>
          </a:prstGeom>
          <a:solidFill>
            <a:srgbClr val="061B3A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10728" y="54406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SPORTS-EVENT COLLABORATION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6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EVENT-DAY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athlete care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0759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pathway ensures timely care, appropriate escalation and useful recovery guidance.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40487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30552"/>
            <a:ext cx="438912" cy="438912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305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16736" y="21305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479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679192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Athlete arrives at Recovery Zone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3026664" y="2715768"/>
            <a:ext cx="292608" cy="0"/>
          </a:xfrm>
          <a:prstGeom prst="line">
            <a:avLst/>
          </a:prstGeom>
          <a:noFill/>
          <a:ln w="22860">
            <a:solidFill>
              <a:srgbClr val="12A5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1965960"/>
            <a:ext cx="240487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3592" y="2130552"/>
            <a:ext cx="438912" cy="438912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21305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78808" y="21305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11880" y="2679192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Physiotherapy assessment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888736" y="2715768"/>
            <a:ext cx="292608" cy="0"/>
          </a:xfrm>
          <a:prstGeom prst="line">
            <a:avLst/>
          </a:prstGeom>
          <a:noFill/>
          <a:ln w="22860">
            <a:solidFill>
              <a:srgbClr val="12A59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91072" y="1965960"/>
            <a:ext cx="240487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5664" y="2130552"/>
            <a:ext cx="438912" cy="438912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1305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21305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2A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73952" y="2679192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evaluation and diagnosis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750808" y="2715768"/>
            <a:ext cx="292608" cy="0"/>
          </a:xfrm>
          <a:prstGeom prst="line">
            <a:avLst/>
          </a:prstGeom>
          <a:noFill/>
          <a:ln w="22860">
            <a:solidFill>
              <a:srgbClr val="12A59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53144" y="1965960"/>
            <a:ext cx="240487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17736" y="2130552"/>
            <a:ext cx="438912" cy="438912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17736" y="21305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02952" y="21305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479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36024" y="2679192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recovery intervention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1993392" y="4151376"/>
            <a:ext cx="240487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EAB5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57984" y="4315968"/>
            <a:ext cx="438912" cy="438912"/>
          </a:xfrm>
          <a:prstGeom prst="ellipse">
            <a:avLst/>
          </a:prstGeom>
          <a:solidFill>
            <a:srgbClr val="D95B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57984" y="43159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0" y="43159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D95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76272" y="4864608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Medical-team referral if required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453128" y="4901184"/>
            <a:ext cx="292608" cy="0"/>
          </a:xfrm>
          <a:prstGeom prst="line">
            <a:avLst/>
          </a:prstGeom>
          <a:noFill/>
          <a:ln w="22860">
            <a:solidFill>
              <a:srgbClr val="12A59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855464" y="4151376"/>
            <a:ext cx="240487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0056" y="4315968"/>
            <a:ext cx="438912" cy="438912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0056" y="43159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05272" y="43159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2A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38344" y="4864608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and return-to-activity advice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7315200" y="4901184"/>
            <a:ext cx="292608" cy="0"/>
          </a:xfrm>
          <a:prstGeom prst="line">
            <a:avLst/>
          </a:prstGeom>
          <a:noFill/>
          <a:ln w="22860">
            <a:solidFill>
              <a:srgbClr val="12A59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717536" y="4151376"/>
            <a:ext cx="240487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82128" y="4315968"/>
            <a:ext cx="438912" cy="438912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82128" y="43159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67344" y="43159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479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900416" y="4864608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Post-event recommendations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3813048" y="5897880"/>
            <a:ext cx="4572000" cy="310896"/>
          </a:xfrm>
          <a:prstGeom prst="roundRect">
            <a:avLst>
              <a:gd name="adj" fmla="val 20588"/>
            </a:avLst>
          </a:prstGeom>
          <a:solidFill>
            <a:srgbClr val="061B3A"/>
          </a:solidFill>
          <a:ln w="12700">
            <a:solidFill>
              <a:srgbClr val="061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04488" y="5916168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 • ASSESS • ACT • ESCALATE • GUIDE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6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HYROX PARTNERSHIP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recovery standard across the athlete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0759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coordinated recovery programme designed around HYROX participants, venues and event operations.</a:t>
            </a:r>
            <a:endParaRPr lang="en-US" sz="1240" dirty="0"/>
          </a:p>
        </p:txBody>
      </p:sp>
      <p:pic>
        <p:nvPicPr>
          <p:cNvPr id="5" name="Image 0" descr="C:\Users\Gaurav\Desktop\Gaurav\tutorials\React\GMP\src\assets\generated\event-pre-race-taping.png">    </p:cNvPr>
          <p:cNvPicPr>
            <a:picLocks noChangeAspect="1"/>
          </p:cNvPicPr>
          <p:nvPr/>
        </p:nvPicPr>
        <p:blipFill>
          <a:blip r:embed="rId1"/>
          <a:srcRect l="20109" r="20109" t="0" b="0"/>
          <a:stretch/>
        </p:blipFill>
        <p:spPr>
          <a:xfrm>
            <a:off x="566928" y="1938528"/>
            <a:ext cx="4370832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07592" y="5422392"/>
            <a:ext cx="2889504" cy="347472"/>
          </a:xfrm>
          <a:prstGeom prst="roundRect">
            <a:avLst>
              <a:gd name="adj" fmla="val 13158"/>
            </a:avLst>
          </a:prstGeom>
          <a:solidFill>
            <a:srgbClr val="061B3A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17320" y="544982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PRE-RACE PREPARATION &amp; TAPING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285232" y="1938528"/>
            <a:ext cx="290779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49824" y="2103120"/>
            <a:ext cx="438912" cy="438912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49824" y="210312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35040" y="202996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Recovery Zone setup</a:t>
            </a:r>
            <a:endParaRPr lang="en-US" sz="990" dirty="0"/>
          </a:p>
        </p:txBody>
      </p:sp>
      <p:sp>
        <p:nvSpPr>
          <p:cNvPr id="12" name="Shape 9"/>
          <p:cNvSpPr/>
          <p:nvPr/>
        </p:nvSpPr>
        <p:spPr>
          <a:xfrm>
            <a:off x="8449056" y="1938528"/>
            <a:ext cx="290779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13648" y="2103120"/>
            <a:ext cx="438912" cy="438912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13648" y="210312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98864" y="202996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Qualified Physiotherapy team</a:t>
            </a:r>
            <a:endParaRPr lang="en-US" sz="990" dirty="0"/>
          </a:p>
        </p:txBody>
      </p:sp>
      <p:sp>
        <p:nvSpPr>
          <p:cNvPr id="16" name="Shape 13"/>
          <p:cNvSpPr/>
          <p:nvPr/>
        </p:nvSpPr>
        <p:spPr>
          <a:xfrm>
            <a:off x="5285232" y="2926080"/>
            <a:ext cx="290779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49824" y="3090672"/>
            <a:ext cx="438912" cy="438912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9824" y="309067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35040" y="301752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equipment and treatment supplies</a:t>
            </a:r>
            <a:endParaRPr lang="en-US" sz="990" dirty="0"/>
          </a:p>
        </p:txBody>
      </p:sp>
      <p:sp>
        <p:nvSpPr>
          <p:cNvPr id="20" name="Shape 17"/>
          <p:cNvSpPr/>
          <p:nvPr/>
        </p:nvSpPr>
        <p:spPr>
          <a:xfrm>
            <a:off x="8449056" y="2926080"/>
            <a:ext cx="290779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13648" y="3090672"/>
            <a:ext cx="438912" cy="438912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13648" y="309067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198864" y="301752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Sports taping and manual therapy</a:t>
            </a:r>
            <a:endParaRPr lang="en-US" sz="990" dirty="0"/>
          </a:p>
        </p:txBody>
      </p:sp>
      <p:sp>
        <p:nvSpPr>
          <p:cNvPr id="24" name="Shape 21"/>
          <p:cNvSpPr/>
          <p:nvPr/>
        </p:nvSpPr>
        <p:spPr>
          <a:xfrm>
            <a:off x="5285232" y="3913632"/>
            <a:ext cx="290779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49824" y="4078224"/>
            <a:ext cx="438912" cy="438912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9824" y="407822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35040" y="400507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Athlete recovery and injury-prevention education</a:t>
            </a:r>
            <a:endParaRPr lang="en-US" sz="990" dirty="0"/>
          </a:p>
        </p:txBody>
      </p:sp>
      <p:sp>
        <p:nvSpPr>
          <p:cNvPr id="28" name="Shape 25"/>
          <p:cNvSpPr/>
          <p:nvPr/>
        </p:nvSpPr>
        <p:spPr>
          <a:xfrm>
            <a:off x="8449056" y="3913632"/>
            <a:ext cx="290779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13648" y="4078224"/>
            <a:ext cx="438912" cy="438912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13648" y="407822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198864" y="400507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Event-day operational support</a:t>
            </a:r>
            <a:endParaRPr lang="en-US" sz="990" dirty="0"/>
          </a:p>
        </p:txBody>
      </p:sp>
      <p:sp>
        <p:nvSpPr>
          <p:cNvPr id="32" name="Shape 29"/>
          <p:cNvSpPr/>
          <p:nvPr/>
        </p:nvSpPr>
        <p:spPr>
          <a:xfrm>
            <a:off x="5285232" y="4901184"/>
            <a:ext cx="290779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49824" y="5065776"/>
            <a:ext cx="438912" cy="438912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49824" y="506577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035040" y="4992624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Post-event reporting, rehabilitation pathways and follow-up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6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GETYOURPHYSIO.IN × HYROX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stronger recovery layer for every participant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0759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recovery support can strengthen athlete trust, operational consistency and the overall HYROX experience.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12724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176272"/>
            <a:ext cx="201168" cy="201168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17261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8992" y="205740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on-site Physiotherapy support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968496" y="1965960"/>
            <a:ext cx="312724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9664" y="2176272"/>
            <a:ext cx="201168" cy="201168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9664" y="217261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205740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injury management and recovery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66928" y="2770632"/>
            <a:ext cx="312724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2980944"/>
            <a:ext cx="201168" cy="201168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97728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78992" y="2862072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Enhanced athlete safety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968496" y="2770632"/>
            <a:ext cx="312724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9664" y="2980944"/>
            <a:ext cx="201168" cy="201168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9664" y="297728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80560" y="2862072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participant satisfaction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66928" y="3575304"/>
            <a:ext cx="312724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3785616"/>
            <a:ext cx="201168" cy="201168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78195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8992" y="366674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standards across Indian events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968496" y="3575304"/>
            <a:ext cx="312724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9664" y="3785616"/>
            <a:ext cx="201168" cy="201168"/>
          </a:xfrm>
          <a:prstGeom prst="ellipse">
            <a:avLst/>
          </a:prstGeom>
          <a:solidFill>
            <a:srgbClr val="1479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9664" y="378195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80560" y="366674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credible, athlete-first brand association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66928" y="4379976"/>
            <a:ext cx="3127248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D7E4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4590288"/>
            <a:ext cx="201168" cy="201168"/>
          </a:xfrm>
          <a:prstGeom prst="ellipse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58663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8992" y="447141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3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Seamless Recovery Zone operations</a:t>
            </a:r>
            <a:endParaRPr lang="en-US" sz="1020" dirty="0"/>
          </a:p>
        </p:txBody>
      </p:sp>
      <p:pic>
        <p:nvPicPr>
          <p:cNvPr id="33" name="Image 0" descr="C:\Users\Gaurav\Desktop\Gaurav\tutorials\React\GMP\src\assets\generated\event-race-injury-assessment.png">    </p:cNvPr>
          <p:cNvPicPr>
            <a:picLocks noChangeAspect="1"/>
          </p:cNvPicPr>
          <p:nvPr/>
        </p:nvPicPr>
        <p:blipFill>
          <a:blip r:embed="rId1"/>
          <a:srcRect l="15572" r="15572" t="0" b="0"/>
          <a:stretch/>
        </p:blipFill>
        <p:spPr>
          <a:xfrm>
            <a:off x="7635240" y="1965960"/>
            <a:ext cx="4005072" cy="3273552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566928" y="5449824"/>
            <a:ext cx="11073384" cy="566928"/>
          </a:xfrm>
          <a:prstGeom prst="roundRect">
            <a:avLst>
              <a:gd name="adj" fmla="val 11290"/>
            </a:avLst>
          </a:prstGeom>
          <a:solidFill>
            <a:srgbClr val="061B3A"/>
          </a:solidFill>
          <a:ln w="10160">
            <a:solidFill>
              <a:srgbClr val="061B3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77824" y="55869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14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GOAL</a:t>
            </a:r>
            <a:endParaRPr lang="en-US" sz="880" dirty="0"/>
          </a:p>
        </p:txBody>
      </p:sp>
      <p:sp>
        <p:nvSpPr>
          <p:cNvPr id="36" name="Text 33"/>
          <p:cNvSpPr/>
          <p:nvPr/>
        </p:nvSpPr>
        <p:spPr>
          <a:xfrm>
            <a:off x="2103120" y="5541264"/>
            <a:ext cx="9015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every participant recover safely, perform confidently, and leave with a positive event experience.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6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2A5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-1051560"/>
            <a:ext cx="4480560" cy="4480560"/>
          </a:xfrm>
          <a:prstGeom prst="ellipse">
            <a:avLst/>
          </a:prstGeom>
          <a:solidFill>
            <a:srgbClr val="DFF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4416552"/>
            <a:ext cx="2907792" cy="2907792"/>
          </a:xfrm>
          <a:prstGeom prst="ellipse">
            <a:avLst/>
          </a:prstGeom>
          <a:solidFill>
            <a:srgbClr val="E5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658368"/>
            <a:ext cx="2240280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0B2844">
                <a:alpha val="14000"/>
              </a:srgbClr>
            </a:outerShdw>
          </a:effectLst>
        </p:spPr>
      </p:sp>
      <p:pic>
        <p:nvPicPr>
          <p:cNvPr id="6" name="Image 0" descr="C:\Users\Gaurav\Desktop\Gaurav\tutorials\React\GMP\src\assets\logoNew2.jpg">    </p:cNvPr>
          <p:cNvPicPr>
            <a:picLocks noChangeAspect="1"/>
          </p:cNvPicPr>
          <p:nvPr/>
        </p:nvPicPr>
        <p:blipFill>
          <a:blip r:embed="rId1"/>
          <a:srcRect l="7097" r="7416" t="12440" b="20574"/>
          <a:stretch/>
        </p:blipFill>
        <p:spPr>
          <a:xfrm>
            <a:off x="9189720" y="731520"/>
            <a:ext cx="1664208" cy="13040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713232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12A59A"/>
          </a:solidFill>
          <a:ln w="12700">
            <a:solidFill>
              <a:srgbClr val="12A5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731520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8368" y="1353312"/>
            <a:ext cx="7223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Let’s build the recovery standard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06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HYROX athletes can rely on.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676656" y="28895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Kandarp Sharma (PT)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6656" y="326440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— GetYourPhysio.in  •  Sports Physiotherapist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" y="3913632"/>
            <a:ext cx="10844784" cy="1389888"/>
          </a:xfrm>
          <a:prstGeom prst="roundRect">
            <a:avLst>
              <a:gd name="adj" fmla="val 4605"/>
            </a:avLst>
          </a:prstGeom>
          <a:solidFill>
            <a:srgbClr val="061B3A"/>
          </a:solidFill>
          <a:ln w="10160">
            <a:solidFill>
              <a:srgbClr val="061B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4224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69264" y="45537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www.getyourphysio.in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4151376" y="4224528"/>
            <a:ext cx="0" cy="768096"/>
          </a:xfrm>
          <a:prstGeom prst="line">
            <a:avLst/>
          </a:prstGeom>
          <a:noFill/>
          <a:ln w="10160">
            <a:solidFill>
              <a:srgbClr val="3653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62272" y="4224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462272" y="45537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getyourphysio.in@gmail.com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644384" y="4224528"/>
            <a:ext cx="0" cy="768096"/>
          </a:xfrm>
          <a:prstGeom prst="line">
            <a:avLst/>
          </a:prstGeom>
          <a:noFill/>
          <a:ln w="10160">
            <a:solidFill>
              <a:srgbClr val="3653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4224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2A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955280" y="45537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+91 99193 87585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676656" y="58795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i="1" dirty="0">
                <a:solidFill>
                  <a:srgbClr val="0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race preparation to recovery and return to performance.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676656" y="6309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061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GetYourPhysio.in  •  Gurugram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GetYourPhysio.in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GetYourPhysio.in — HYROX Recovery Partner Proposal</dc:title>
  <dc:subject>Official Recovery Partner Proposal for HYROX</dc:subject>
  <dc:creator>GetYourPhysio.in</dc:creator>
  <cp:lastModifiedBy>GetYourPhysio.in</cp:lastModifiedBy>
  <cp:revision>1</cp:revision>
  <dcterms:created xsi:type="dcterms:W3CDTF">2026-08-18T07:36:59Z</dcterms:created>
  <dcterms:modified xsi:type="dcterms:W3CDTF">2026-08-18T07:36:59Z</dcterms:modified>
</cp:coreProperties>
</file>